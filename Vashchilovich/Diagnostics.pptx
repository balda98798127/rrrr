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1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2" y="18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0444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624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49443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8228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52601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8599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8800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65654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84202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10/24/2026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97628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60794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2555243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34909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0018273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895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3181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0752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Титульный">
    <p:bg>
      <p:bgPr>
        <a:solidFill>
          <a:srgbClr val="1F2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188720"/>
            <a:ext cx="1069848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657600"/>
            <a:ext cx="10698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574102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Заголовок и содержимо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862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104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Модуль «Шлагбаум»: контроль, диагностика и восстановление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Система «Умный перекрёсток» · Задание 2</a:t>
            </a:r>
            <a:endParaRPr lang="en-US" sz="1800" dirty="0"/>
          </a:p>
          <a:p>
            <a:r>
              <a:rPr lang="en-US" sz="1800" dirty="0" err="1">
                <a:solidFill>
                  <a:schemeClr val="bg2"/>
                </a:solidFill>
              </a:rPr>
              <a:t>Студент</a:t>
            </a:r>
            <a:r>
              <a:rPr lang="ru-RU" sz="1800" dirty="0">
                <a:solidFill>
                  <a:schemeClr val="bg2"/>
                </a:solidFill>
              </a:rPr>
              <a:t>ка</a:t>
            </a:r>
            <a:r>
              <a:rPr lang="en-US" sz="1800" dirty="0">
                <a:solidFill>
                  <a:schemeClr val="bg2"/>
                </a:solidFill>
              </a:rPr>
              <a:t>:</a:t>
            </a:r>
            <a:r>
              <a:rPr lang="ru-RU" sz="1800" dirty="0">
                <a:solidFill>
                  <a:schemeClr val="bg2"/>
                </a:solidFill>
              </a:rPr>
              <a:t> </a:t>
            </a:r>
            <a:r>
              <a:rPr lang="ru-RU" sz="1800" dirty="0" err="1">
                <a:solidFill>
                  <a:schemeClr val="bg2"/>
                </a:solidFill>
              </a:rPr>
              <a:t>Ващилович</a:t>
            </a:r>
            <a:r>
              <a:rPr lang="ru-RU" sz="1800" dirty="0">
                <a:solidFill>
                  <a:schemeClr val="bg2"/>
                </a:solidFill>
              </a:rPr>
              <a:t> Олеся Дмитриевна</a:t>
            </a:r>
            <a:endParaRPr lang="ru-RU" sz="1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Состав модуля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55778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 err="1">
                <a:solidFill>
                  <a:schemeClr val="accent5"/>
                </a:solidFill>
              </a:rPr>
              <a:t>Схема</a:t>
            </a:r>
            <a:r>
              <a:rPr lang="en-US" sz="1200" i="1" dirty="0">
                <a:solidFill>
                  <a:schemeClr val="accent5"/>
                </a:solidFill>
              </a:rPr>
              <a:t> </a:t>
            </a:r>
            <a:r>
              <a:rPr lang="en-US" sz="1200" i="1" dirty="0" err="1">
                <a:solidFill>
                  <a:schemeClr val="accent5"/>
                </a:solidFill>
              </a:rPr>
              <a:t>соединений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772400" y="1280160"/>
            <a:ext cx="38404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Arduino Uno + module.ino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опрос датчиков, сервопривод, строки DATA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0" y="2697480"/>
            <a:ext cx="38404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01000" y="2834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Приложение gate.py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3291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ручной и автоматический режим, мониторинг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772400" y="4114800"/>
            <a:ext cx="38404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01000" y="4251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База данных events.db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47091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таблицы events и measurements</a:t>
            </a:r>
            <a:endParaRPr lang="en-US" sz="14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305FBC2-B19F-7037-367D-FDFD44066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15182"/>
            <a:ext cx="6926620" cy="40904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Режимы работы и логика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820824"/>
              </p:ext>
            </p:extLst>
          </p:nvPr>
        </p:nvGraphicFramePr>
        <p:xfrm>
          <a:off x="548640" y="1143000"/>
          <a:ext cx="6035040" cy="44043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Режим или датчик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Ситуация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делает модуль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Ручной режим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Оператор нажал «Открыть» или «Закрыть»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Шлагбаум открывается или закрывается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Автоматический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Автомобиль ближе 20 см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Шлагбаум открывается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Автоматический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Автомобиль уехал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Шлагбаум закрывается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Фоторезистор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Темно - ночь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Включается </a:t>
                      </a:r>
                      <a:r>
                        <a:rPr lang="ru-RU" sz="13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подствека</a:t>
                      </a:r>
                      <a:r>
                        <a:rPr lang="en-US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 </a:t>
                      </a:r>
                      <a:r>
                        <a:rPr lang="ru-RU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(светодиод </a:t>
                      </a:r>
                      <a:r>
                        <a:rPr lang="en-US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D13)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DHT11, температура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Выше порога - перегрев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Неисправность </a:t>
                      </a:r>
                      <a:r>
                        <a:rPr lang="en-US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OVERHEAT</a:t>
                      </a:r>
                      <a:r>
                        <a:rPr lang="ru-RU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, автоматика отключается; остыл – работает снова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DHT11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Выдернут провод </a:t>
                      </a:r>
                      <a:r>
                        <a:rPr lang="en-US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Data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Неисправность </a:t>
                      </a:r>
                      <a:r>
                        <a:rPr lang="en-US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NO_SIGNAL</a:t>
                      </a:r>
                      <a:r>
                        <a:rPr lang="ru-RU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, автоматика отключается; провод вернули – работает снова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85216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Оператор видит в «Мониторинге» режим, положение шлагбаума, показания датчиков и состояние: зелёное — норма, красное — неисправность</a:t>
            </a:r>
            <a:endParaRPr lang="en-US" sz="1300" dirty="0"/>
          </a:p>
        </p:txBody>
      </p:sp>
      <p:pic>
        <p:nvPicPr>
          <p:cNvPr id="6" name="Рисунок 5" descr="Изображение выглядит как текст, электроника, снимок экрана, программное обеспечение&#10;&#10;Автоматически созданное описание">
            <a:extLst>
              <a:ext uri="{FF2B5EF4-FFF2-40B4-BE49-F238E27FC236}">
                <a16:creationId xmlns:a16="http://schemas.microsoft.com/office/drawing/2014/main" id="{C04E44AC-22D4-2006-5E71-350DB2FAE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468" y="1001414"/>
            <a:ext cx="5087442" cy="48551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Выявление неисправности: обрыв провода DHT11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5440679"/>
            <a:ext cx="33014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Провод DATA выдернут: состояние красное, автоматика не реагирует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4565984" y="5440679"/>
            <a:ext cx="3029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Провод возвращён, выполнен сброс: состояние «норма»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1530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1302ECC-DB90-B262-F2A8-9FE19C3AD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94245"/>
            <a:ext cx="3426405" cy="326950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5E6A958-0EC8-793F-BDC5-E2DBAEDA08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9241" y="1794245"/>
            <a:ext cx="3406162" cy="326951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F378563-87A5-12C8-E4AA-0AE31FBDAF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6957" y="2141620"/>
            <a:ext cx="3629208" cy="23702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Что делать пользователю при неисправности</a:t>
            </a:r>
            <a:endParaRPr lang="en-US" sz="30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234440" y="15544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23444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11680" y="1920240"/>
            <a:ext cx="1490472" cy="0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48640" y="2606040"/>
            <a:ext cx="2103120" cy="27432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Заметить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461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dirty="0"/>
              <a:t>Заметить неисправность в схеме и исправить её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02152" y="1554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02152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279392" y="1920240"/>
            <a:ext cx="1490472" cy="0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16352" y="2606040"/>
            <a:ext cx="2103120" cy="27432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53512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Проверить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2953512" y="32461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dirty="0"/>
              <a:t>Проверить правильность сборки схемы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769864" y="1554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769864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547104" y="1920240"/>
            <a:ext cx="1490472" cy="0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84064" y="2606040"/>
            <a:ext cx="2103120" cy="27432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21224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Самопроверка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221224" y="32461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dirty="0"/>
              <a:t>Нажать на кнопку самопроверки, чтобы убедится в корректности устранения неполадки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37576" y="15544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37576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814816" y="1920240"/>
            <a:ext cx="1490472" cy="0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51776" y="2606040"/>
            <a:ext cx="2103120" cy="27432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88936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Сброс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488936" y="32461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dirty="0"/>
              <a:t>Нажать кнопку сброса, чтобы перейти у ручной режим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305288" y="1554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305288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619488" y="2606040"/>
            <a:ext cx="2103120" cy="27432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56648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Специалист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9756648" y="32461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dirty="0"/>
              <a:t>Если после этого проблема не была исправлена – обратится к специалисту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При перегреве (OVERHEAT) модуль сам возвращается к работе, когда температура опустится ниже порога; в журнале появится RESTORE.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731520" y="529389"/>
            <a:ext cx="10698480" cy="11093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Предложения по модернизации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731520" y="2423160"/>
            <a:ext cx="814778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ru-RU" sz="1800" dirty="0"/>
              <a:t>Программа сама проверяет наличие сигнала от каждого датчика перед началом работы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ru-RU" dirty="0"/>
              <a:t>Кнопка «Удалить датчик» в случае если нужно продолжать работу, а датчик в данный момент исправить нельзя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</TotalTime>
  <Words>312</Words>
  <Application>Microsoft Office PowerPoint</Application>
  <PresentationFormat>Широкоэкранный</PresentationFormat>
  <Paragraphs>67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Arial</vt:lpstr>
      <vt:lpstr>Calibri</vt:lpstr>
      <vt:lpstr>Times New Roman</vt:lpstr>
      <vt:lpstr>Trebuchet MS</vt:lpstr>
      <vt:lpstr>Wingdings 3</vt:lpstr>
      <vt:lpstr>Аспект</vt:lpstr>
      <vt:lpstr>Модуль «Шлагбаум»: контроль, диагностика и восстановление</vt:lpstr>
      <vt:lpstr>Состав модуля</vt:lpstr>
      <vt:lpstr>Режимы работы и логика</vt:lpstr>
      <vt:lpstr>Выявление неисправности: обрыв провода DHT11</vt:lpstr>
      <vt:lpstr>Что делать пользователю при неисправности</vt:lpstr>
      <vt:lpstr>Предложения по модернизации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Diagnostics</dc:title>
  <dc:subject>PptxGenJS Presentation</dc:subject>
  <dc:creator>Иванов Иван Иванович</dc:creator>
  <cp:lastModifiedBy>Stud907</cp:lastModifiedBy>
  <cp:revision>4</cp:revision>
  <dcterms:created xsi:type="dcterms:W3CDTF">2026-10-14T06:44:10Z</dcterms:created>
  <dcterms:modified xsi:type="dcterms:W3CDTF">2026-10-24T09:05:31Z</dcterms:modified>
</cp:coreProperties>
</file>